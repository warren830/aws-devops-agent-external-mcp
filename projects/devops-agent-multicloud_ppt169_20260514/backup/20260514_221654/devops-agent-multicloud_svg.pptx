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各位下午好。今天分享的题目是用 MCP 加 Skill 把 DevOps Agent 的 6C 能力扩展到任何外部资源。这个项目我用中国区做了一套完整 demo 把 pattern 验证下来——目的是给在座的 SA 一份可以直接拿去客户面前讲的资产。我会先讲清楚客户咨询时常碰到的扩展场景，再讲 MCP 加 Skill 的三层职责怎么分工，最后用三个真实跑通的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 SA 日常会被问到的真问题。客户问"能不能用 DevOps Agent 管 X"——X 是中国区、阿里云、自建 K8s、内部 SaaS 还是 Salesforce / Jira / 自研 CMDB——所有这些都不在 native association 范围之内。这一类问题的统一解法都是 MCP 扩展点。中国区只是其中一个具体场景，今天用它做证据，但模式可以直接套到其他任何外部资源。顺便提一下，今天会反复提到 6C 框架——这是 AWS DevOps Blog 三月那篇 Leverage Agentic AI 的术语，下一页有个速查表给大家对一下。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这个项目交付三件可复用的资产。第一是参考架构——基于 EKS 的 MCP Bridge 加 VPC Lattice Private Connection，整套 Helm chart 客户可以直接用。第二是九个 Skill 模板——按 Foundation 加 Analytical 加 Pipeline 三层组织，客户加自己的领域知识只要套这个模式。第三是三个完整 case 演示——客户 POC 现成素材。中间这个九十八，是 C2 那个 case 里 Agent 一次调查通过 MCP 扩展点调到的 tool call 数——说明 6C 全能力都能走这条路。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往大了讲，现在很多客户都不只跑一朵云。我们这个 demo 涉及三朵云、六个账号——AWS 全球区一个主账号承载 Agent Space，AWS 中国区两个账号承载真实业务，剩下还有阿里云和 GCP 在仓库里有占位。所有 spoke 都用同一个 Bridge 模板接入——客户的混合云接入计划可以直接复用。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简单过一下 6C 框架免得后面频繁提到大家对不上。Context 是上下文和拓扑智能——多源在一次调查里同时关联。Control 是治理和审计——细粒度 IAM 加不可篡改的 audit log。Convenience 是便利性——Agent Space 一处配置全员可用。Collaboration 是协作——告警进来 agent 直接接管，Slack 工单自动协调。Continuous Learning 是持续学习——Skill 三层加学到的 skill。Cost Effective 是成本——按 agent-second 计费，闲时不算钱。下面三个 case 我会分别映射到不同的 C——C1 验证 Collaboration 加 Convenience，C2 验证 Context，C3 验证 Continuous Learning 加 Control。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回到核心架构。Hub 是 us-east-1 EKS 上跑的 MCP server pods，由 Agent Space 通过 VPC Lattice Private Connection 调用。两条 Spoke 分别接到中国区两个账号，每个 MCP pod 自己持有该账号的 AK/SK，安全边界与 Agent 完全解耦。客户要加阿里云、加自建 K8s，加一条 Spoke 就行——同一个 Bridge 模板。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servers"——也就是它会主动从 association 列表读到自定义 MCP，然后自己决定路由，不需要 query hint。这句话有三个含义：第一，Agent 主动识别扩展点；第二，Skill 帮它选择正确的 MCP——routing skill 告诉它 aws-cn 对应宁夏、aws-cn-2 对应北京；第三，每一次调用都被 MCP server 的 access log 完整记录下来——合规可证。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哪个账号对应哪个 MCP——所有上层 Skill 都隐式依赖它。中间分析层和 Pipeline 层，分析层在用户主动 query 时激活，Pipeline 层 webhook 触发时按 triage 到 rca 到 mitigation 顺序串起来。最上面那个 cn-partition-arn-routing 是补 Agent 在 partition 上的领域盲点。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这页给 SA 一个清晰的答疑模板——客户经常把 Webhook、MCP、Skill 这三件事混淆。Webhook 是入口，把告警拉过来变成 incident，没有它 Agent 自主调查无从触发。MCP 是能力，提供 Agent 调用外部资源的工具，没有它 Agent 看不到 native association 之外的资源。Skill 是策略，告诉 Agent 什么场景调什么、怎么组织输出、加锁审核协议，没有它调查质量大约从百分之三十降到百分之六十的差距。三件事各管各的，缺一不可。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 case 验证的是 6C 里的 Collaboration 和 Convenience——webhook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的证据看这页。左上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通知，时间戳十二点十七分。整个链路真实跑通——客户 POC 直接用这套截图就能讲。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验证的是 6C 里的 Context——拓扑加跨源关联。关键词是"精确到秒"——Agent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tool call。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自主调度模式的可观测证据。我们抓了 mcp-aws-cn-2 这个 pod 的 access log，把 C2 调查窗口里的所有 tool call 列出来——三十六次 cloudwatch get-metric、二十次 logs start-query、十一次 cloudtrail lookup-events、三次 eks describe-cluster，等等，总共九十八次。这个分布说明 Agent 既会反复查同一个 metric 的多个时间窗，也会跨 service 比对变更——深度和广度兼顾。客户问"Agent 调查时到底干了什么"，这就是答案模板。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验证的是 6C 里的 Continuous Learning 和 Control，跑在中国区第二个账号——宁夏。这个 case 的另一个意义是验证 pattern 在第二个账号上同样跑通。关键词是"四跳追溯"——Agent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创建"和"手动 CLI 变更"，还主动检查了 application-autoscaling 是不是配了兜底——这是 Continuous Learning 的体现。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的落地——Agent 自己想到去看 user-agent 字段。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验证 Collaboration 和 Convenience——webhook 自主，五个 sub-agent，十二分钟出 RCA。C2 验证 Context——五数据源关联加时间锚定到秒，九十八次 tool call，九分四十九秒出 RCA。C3 验证 Continuous Learning 和 Control——四跳追溯加区分变更源加主动检查兜底，十四次 tool call，十三分钟收官。三个 case 跑在不同账号、不同资源类型、不同故障类型——同一套 Bridge 加 Skill 模板，全跑通。Pattern 可移植到任何 cloud、任何客户。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 SA 怎么用这个项目。第一是 POC 现成素材——三个 case 截图加演讲稿加终端命令直接拿去客户面前讲，十五分钟搭起 demo 环境。第二是参考架构与代码——Bridge Pattern 的 Helm chart、九个 SKILL.md 模板、Webhook bridge Lambda 代码全部开源在 GitHub。第三是扩展场景——阿里云、腾讯云、客户内部 API、on-prem K8s、私有 SaaS，同一套 Bridge pattern 加一条 Spoke 就行。仓库地址在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svg"/>
  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