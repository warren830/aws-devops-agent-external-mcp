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各位下午好。今天分享的题目是中国区跑通 AWS DevOps Agent 6C 全套能力。这个项目的核心是用 MCP Bridge 加上 Skills 让原生 Agent 看见中国区。我会先讲清楚原生 Agent 在中国区的盲区在哪，然后讲 MCP Bridge 怎么把这个空补上，最后用三个真实跑通的 case 给大家看证据。整个分享大概二十五到三十分钟。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我们先看问题。原生 DevOps Agent 在 us-east-1 跑得很好——6C 框架、Webhook 自主调查、Slack 通知、跨源关联，这些都是开箱即用的。但是同一个 Agent 一旦面对中国区账号，就会哑火。它访问不到 cn-* 资源，因为 IAM 和 STS 的信任链不通，CloudWatch 告警也没法直接打到它的 Webhook 上。最有意思的是，Agent 自己在 thinking 字段里写了一句话——中国区账号不在 enabled associations 里——这是它自己承认的盲区。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这个项目的意义可以用一个数字说清楚。在我们 C2 那个 case 里，Agent 一次 incident 调查通过 MCP Bridge 调用了九十八次中国区 AWS API，零次绕过 Bridge。这是公开资料里第一次让 6C 能力完整落到中国区，靠的就是三件事：MCP Bridge 架构、九个自定义 Skill、三个真实 case 的端到端闭环。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往大了讲，现在很多团队都不只跑一朵云。我们这个 demo 涉及三朵云，实际是六个账号——AWS 全球区一个主账号承载 Agent Space，AWS 中国区两个账号承载真实业务，剩下还有阿里云和 GCP 在仓库里有占位。所有不在 us-east-1 主账号原生关联里的账号，都需要 Bridge——这就是项目要解决的现实。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这张图是项目的核心架构。Hub 是 us-east-1 EKS 上跑的 MCP server pods，由 Agent Space 直接调用。两条 Spoke 分别接到中国区两个账号，每个 MCP pod 自己持有该 cn 账号的 AK/SK，Agent 一调它就用 cn 凭证跑 cn API。整个跨 partition 的复杂性被 MCP 这层接口屏蔽掉了——Agent 用着像调一个普通 region 的 API。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这一页是直接证据。Agent 在它的内部 thinking 字段里直接写："China accounts aren't directly in the enabled associations; instead they're accessed through the custom MCP servers"——也就是中国区账号不在原生关联里，要靠自定义 MCP server 访问。这句话有三个含义：第一，原生路径确实有限制；第二，"自定义 MCP" 就是我们部署的 Bridge；第三，每一次 cn API 调用都被 MCP server 的 access log 完整记录下来，可以审计。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讲完 Bridge 是能力层，再来看 Skill 是策略层。一共九个 Skill，分三层。底下 Foundation 层是路由表——告诉 Agent aws-cn 是宁夏、aws-cn-2 是北京——所有上层 Skill 都隐式依赖它。中间分析层和 Pipeline 层，分析层在用户主动 query 时激活，Pipeline 层 webhook 触发时按 triage→rca→mitigation 顺序串起来。最上面那个 cn-partition-arn-routing 是补 Agent 的领域知识——Agent 经常踩 partition 的坑，这个 Skill 帮它纠正。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这页讲 Skill 能做和不能做的边界。能做的：注入领域知识、统一 RCA 输出、规约 Mitigation 模板、加锁审核协议——所有 Mitigation 命令都要用户显式输入 approve step 几才执行，单步授权抗 LLM 语义漂移。不能做的：Skill 不替代 MCP，因为 MCP 是能力来源；不替代 Webhook 链路，因为告警进不来 Skill 也激活不了；不替代 Agent Space console 配置——OAuth、Webhook URL 生成这些。一句话总结：MCP 给能力，Skill 给策略，缺一不可。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Part 4 进入三个真实 case。第一个是 Webhook 自主调查。这个 case 的关键词是"人没碰按钮"——alarm 触发后九十秒内 Agent 全程接管，给出 RCA 和 Mitigation Plan，并在 Slack 自动投递。整个过程零人工 query。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 C1 的流程。我们注入 L6 故障——把 EKS deployment 的 image tag 改成不存在的 v1.2.4-DOES-NOT-EXIST。三十秒内 Pod 进入 ImagePullBackOff，九十秒 CloudWatch 告警跳到 ALARM，触发 SNS 推到 Bridge Lambda，Lambda HMAC 签名 POST 到 webhook，得到二百 OK。Agent 立刻接管，跑了十五步调查，给出 RCA 和四阶段 Mitigation 方案。最后一步，每条 Mitigation 命令都带 rollback 和 approval prompt，等用户单步授权才执行——这是 Skill 锁死的 Approval Contract，抗语义漂移。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C1 不是手画占位——这是真 Agent 真截图。左上 kubectl 终端显示三个 Running 加一个 ImagePullBackOff。右上 CloudWatch 告警状态条从绿色翻红色。左下 RCA 报告引用了具体的 image tag。右下 Slack 频道里 Agent 自主投递了 Investigation started 通知，时间戳十二点十七分。整个链路真实跑通，不是 mock。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 case 是时间锚定 RCA。这个 case 的关键词是"精确到秒"——Agent 把 ALB p99 突变点锚到一个 k8s pod 的创建时间，时间戳是 05:19:19Z，跟 metric 跳变点完全吻合。同时它平行跑了五个 sub-agent 并行查 ALB、EKS、RDS、CloudTrail、Pod logs，给出三个根因加六个观察项。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C2 的关键数据看这页。症状是 ALB p99 超阈值；时间锚定是 c2-load-gen Pod 在 05:19:19Z 创建，跟 p99 从三百三十毫秒突变到七百四十毫秒的时间点精确吻合——这个"精确吻合"是 Agent 自己写在 RCA 里的话；根因是合成负载二万六千 req/min 加 RDS db.t3.micro CPU 百分百饱和加上 users.search 走全表扫描。右边那张大图就是 Agent 写的 RCA 全文，调用了五个 sub-agent，总共九十八次 cn API。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这是项目最强的铁证。我们抓了 mcp-aws-cn-2 这个 pod 的 access log，把 C2 调查窗口里的所有 API 调用列出来——三十六次 cloudwatch get-metric、二十次 logs start-query、十一次 cloudtrail lookup-events、三次 eks describe-cluster，等等，总共九十八次。每一次都从我们部署的 MCP pod 出去，零次绕过。这就证明了一件事——cn-* AWS API 一百分之百经过 Bridge，整条访问链路完整可审计。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 case 是多跳拓扑 RCA，跑在中国区第二个账号——宁夏。这个 case 验证的是项目能扩展到第二个 cn 账号。关键词是"四跳追溯"——Agent 沿着 DDB 到 SQS 到 ECS 再到 CloudTrail 一路向上溯源到根因。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具体看四跳怎么跳的。第一跳 Agent 调 dynamodb describe-table，看到表是 PROVISIONED 五 WCU——它就问"为啥不是按需"，往上溯。第二跳 SQS get-queue-attributes，看到一万四千多条消息积压——再问"谁在写消息"。第三跳 ECS describe-services，发现 desiredCount 从一扩到了五——继续问"谁改的、什么时候"。第四跳 CloudTrail lookup-events，找到了我自己执行 inject 脚本时的那次 ModifyTable 操作，时间戳 07:18:17Z，user-agent 是 ClaudeCode-BH。最酷的是 Agent 通过 user-agent 字段区分了"Terraform 创建" 和 "手动 CLI 变更"，还主动检查了 application-autoscaling 是不是配了兜底——这是真生产 SRE 才会做的细节。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Agent 自己写的根本原因。它说："AdminCYC 在 2026-05-14T07:18:17Z 通过 AWS CLI ClaudeCode-BH 将 etl-state DynamoDB 表的计费模式从 PAY_PER_REQUEST 手动变更为 PROVISIONED 模式仅设置了 5 WCU 的写入容量。CloudTrail 记录显示该表最初由 Terraform 以按需模式创建，2026-05-13T15:07:50Z，不存在节流风险。" 注意它怎么区分了两个时间点：一个是 Terraform 的初始创建，一个是后来的手动变更。这种区分能力就是 6C 框架里 Continuous Learning 的落地。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 case 对照看。C1 是 webhook 自主，调用了五个 sub-agent，十二分钟出 RCA。C2 是时间锚定，调了九十八次 cn API，九分四十九秒出 RCA。C3 是四跳追溯，调了十四次 cn API，十三分钟收官。三个加起来一百一十多次中国区 AWS API 调用——零次绕过 MCP Bridge。三个 case 用同一套 Bridge 基础设施跑通，验证了项目的可重复性。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总结一下。我们做的事情就是把 Agent 看不见中国区这个空白补上——MCP Bridge 是能力层，Skills 是策略层，再加上三个真实 case 闭环验证。接下来要做的有三件事：跑剩下的七个 case、写 blog 04 配现场演示 SOP、把同样的 pattern 扩展到阿里云和 GCP。仓库地址在 GitHub warren830 那里，欢迎 issue 和 PR。谢谢大家，问题随时来。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sv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sv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sv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svg"/>
  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svg"/>
  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